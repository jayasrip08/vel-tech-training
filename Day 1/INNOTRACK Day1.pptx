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23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3474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INNOLOFT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2651760" cy="0"/>
          </a:xfrm>
          <a:prstGeom prst="line">
            <a:avLst/>
          </a:prstGeom>
          <a:noFill/>
          <a:ln w="19050">
            <a:solidFill>
              <a:srgbClr val="E861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98448"/>
            <a:ext cx="914400" cy="29260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98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719072"/>
            <a:ext cx="2788920" cy="292608"/>
          </a:xfrm>
          <a:prstGeom prst="rect">
            <a:avLst/>
          </a:prstGeom>
          <a:solidFill>
            <a:srgbClr val="162E4A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7190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 ·  PYTHON + ML BASICS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633472"/>
            <a:ext cx="164592" cy="164592"/>
          </a:xfrm>
          <a:prstGeom prst="ellipse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596896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installation + PATH setup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980944"/>
            <a:ext cx="164592" cy="164592"/>
          </a:xfrm>
          <a:prstGeom prst="ellipse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944368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setup + Python extension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328416"/>
            <a:ext cx="164592" cy="164592"/>
          </a:xfrm>
          <a:prstGeom prst="ellipse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29184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 creation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3675888"/>
            <a:ext cx="164592" cy="164592"/>
          </a:xfrm>
          <a:prstGeom prst="ellipse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639312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· data types · f-strings · input()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4023360"/>
            <a:ext cx="164592" cy="164592"/>
          </a:xfrm>
          <a:prstGeom prst="ellipse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986784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hands-on exercises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709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</a:t>
            </a:r>
            <a:r>
              <a:rPr lang="en-US" sz="120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Build.</a:t>
            </a:r>
            <a:r>
              <a:rPr lang="en-US" sz="1200" b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Deploy.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6858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Setup +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3840480" y="121615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3400" dirty="0"/>
          </a:p>
        </p:txBody>
      </p:sp>
      <p:sp>
        <p:nvSpPr>
          <p:cNvPr id="27" name="Shape 25"/>
          <p:cNvSpPr/>
          <p:nvPr/>
        </p:nvSpPr>
        <p:spPr>
          <a:xfrm>
            <a:off x="3840480" y="1874520"/>
            <a:ext cx="493776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2084832"/>
            <a:ext cx="4937760" cy="74980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21762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84632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language for Data Science &amp; AI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840480" y="2953512"/>
            <a:ext cx="4937760" cy="74980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30449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846320" y="3172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go from zero to live deployed AI app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840480" y="3822192"/>
            <a:ext cx="4937760" cy="74980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39136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846320" y="4041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14 unique projects by Day 20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40480" y="47731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InnoTrack Internship Program 2026  ·  Vel Tech University Batch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INSTALL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9:15 AM  ·  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Python 3.11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25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screen and do this live. Every student follows simultaneously on their own laptop.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8503920" cy="8686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27632"/>
            <a:ext cx="50292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27632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6824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python.org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9751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Downloads → Python 3.11.x (Windows/Mac). Run the installer file after download.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96896"/>
            <a:ext cx="8503920" cy="8686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96896"/>
            <a:ext cx="50292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9689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651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checkbox 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2688" y="2926080"/>
            <a:ext cx="7498080" cy="201168"/>
          </a:xfrm>
          <a:prstGeom prst="rect">
            <a:avLst/>
          </a:prstGeom>
          <a:solidFill>
            <a:srgbClr val="FFF0E6"/>
          </a:solidFill>
          <a:ln w="6350">
            <a:solidFill>
              <a:srgbClr val="F5C4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92608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Students miss this every single time. If not checked, Python will not work in terminal.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2688" y="316382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first installer screen — CHECK the box that says 'Add Python to PATH' before clicking Install Now.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566160"/>
            <a:ext cx="8503920" cy="8686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566160"/>
            <a:ext cx="50292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661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36210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installation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2688" y="3895344"/>
            <a:ext cx="7498080" cy="201168"/>
          </a:xfrm>
          <a:prstGeom prst="rect">
            <a:avLst/>
          </a:prstGeom>
          <a:solidFill>
            <a:srgbClr val="FFF0E6"/>
          </a:solidFill>
          <a:ln w="6350">
            <a:solidFill>
              <a:srgbClr val="F5C4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89534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Mac users type python3 --version instead. Every student must see a version number.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2688" y="413308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Command Prompt (Windows) or Terminal (Mac). Type:  python --version  and press Enter.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INSTALL VS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9:25 AM  ·  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VS Code Editor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25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is the editor you will write all your Python code in for the next 20 days.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5303520" cy="65836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27632"/>
            <a:ext cx="45720" cy="65836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719072"/>
            <a:ext cx="292608" cy="2926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6824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VS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1947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code.visualstudio.com → Download for your OS → Run installer with default settings.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5303520" cy="65836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77440"/>
            <a:ext cx="45720" cy="65836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468880"/>
            <a:ext cx="292608" cy="2926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24323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Extension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26974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Extensions icon (4 squares on left bar) → Search 'Python' → Install the Microsoft Python extension.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127248"/>
            <a:ext cx="5303520" cy="65836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127248"/>
            <a:ext cx="45720" cy="65836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218688"/>
            <a:ext cx="292608" cy="2926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318211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 in VS Code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4472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View → Terminal  (or press Ctrl + `)  → A terminal opens at the bottom of VS Code.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877056"/>
            <a:ext cx="5303520" cy="65836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77056"/>
            <a:ext cx="45720" cy="65836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968496"/>
            <a:ext cx="292608" cy="2926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" y="39319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Python in VS Code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" y="41970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terminal type: python --version — should show the same version as before.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97880" y="1627632"/>
            <a:ext cx="29260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6276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SHORTCUTS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97880" y="2029968"/>
            <a:ext cx="2926080" cy="365760"/>
          </a:xfrm>
          <a:prstGeom prst="rect">
            <a:avLst/>
          </a:prstGeom>
          <a:solidFill>
            <a:srgbClr val="F7F8FA"/>
          </a:solidFill>
          <a:ln w="3810">
            <a:solidFill>
              <a:srgbClr val="E2E6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029968"/>
            <a:ext cx="1188720" cy="365760"/>
          </a:xfrm>
          <a:prstGeom prst="rect">
            <a:avLst/>
          </a:prstGeom>
          <a:solidFill>
            <a:srgbClr val="E8EEFA"/>
          </a:solidFill>
          <a:ln w="3810">
            <a:solidFill>
              <a:srgbClr val="E2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61888" y="211226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`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150608" y="21214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97880" y="2459736"/>
            <a:ext cx="29260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6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459736"/>
            <a:ext cx="1188720" cy="365760"/>
          </a:xfrm>
          <a:prstGeom prst="rect">
            <a:avLst/>
          </a:prstGeom>
          <a:solidFill>
            <a:srgbClr val="E8EEFA"/>
          </a:solidFill>
          <a:ln w="3810">
            <a:solidFill>
              <a:srgbClr val="E2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61888" y="25420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50608" y="255117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file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97880" y="2889504"/>
            <a:ext cx="2926080" cy="365760"/>
          </a:xfrm>
          <a:prstGeom prst="rect">
            <a:avLst/>
          </a:prstGeom>
          <a:solidFill>
            <a:srgbClr val="F7F8FA"/>
          </a:solidFill>
          <a:ln w="3810">
            <a:solidFill>
              <a:srgbClr val="E2E6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7880" y="2889504"/>
            <a:ext cx="1188720" cy="365760"/>
          </a:xfrm>
          <a:prstGeom prst="rect">
            <a:avLst/>
          </a:prstGeom>
          <a:solidFill>
            <a:srgbClr val="E8EEFA"/>
          </a:solidFill>
          <a:ln w="3810">
            <a:solidFill>
              <a:srgbClr val="E2E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61888" y="297180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/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150608" y="29809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line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897880" y="3319272"/>
            <a:ext cx="29260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6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97880" y="3319272"/>
            <a:ext cx="1188720" cy="365760"/>
          </a:xfrm>
          <a:prstGeom prst="rect">
            <a:avLst/>
          </a:prstGeom>
          <a:solidFill>
            <a:srgbClr val="E8EEFA"/>
          </a:solidFill>
          <a:ln w="3810">
            <a:solidFill>
              <a:srgbClr val="E2E6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61888" y="34015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150608" y="34107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Python file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97880" y="3749040"/>
            <a:ext cx="2926080" cy="365760"/>
          </a:xfrm>
          <a:prstGeom prst="rect">
            <a:avLst/>
          </a:prstGeom>
          <a:solidFill>
            <a:srgbClr val="F7F8FA"/>
          </a:solidFill>
          <a:ln w="3810">
            <a:solidFill>
              <a:srgbClr val="E2E6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97880" y="3749040"/>
            <a:ext cx="1188720" cy="365760"/>
          </a:xfrm>
          <a:prstGeom prst="rect">
            <a:avLst/>
          </a:prstGeom>
          <a:solidFill>
            <a:srgbClr val="E8EEFA"/>
          </a:solidFill>
          <a:ln w="3810">
            <a:solidFill>
              <a:srgbClr val="E2E6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61888" y="38313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Ctrl+Shift+P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150608" y="38404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palette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897880" y="4178808"/>
            <a:ext cx="29260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6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97880" y="4178808"/>
            <a:ext cx="1188720" cy="365760"/>
          </a:xfrm>
          <a:prstGeom prst="rect">
            <a:avLst/>
          </a:prstGeom>
          <a:solidFill>
            <a:srgbClr val="E8EEFA"/>
          </a:solidFill>
          <a:ln w="3810">
            <a:solidFill>
              <a:srgbClr val="E2E6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61888" y="4261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Z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150608" y="427024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GITHUB ACCOUNT + FIRST REPO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9:35 AM  ·  15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 Creation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25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where all your code lives for 20 days. Every day you push code here — it's your public portfolio.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5120640" cy="65836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27632"/>
            <a:ext cx="45720" cy="65836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719072"/>
            <a:ext cx="292608" cy="2926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6824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19476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github.com → Sign up → Use your college email. Username should be professional — your name or initials.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5120640" cy="65836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77440"/>
            <a:ext cx="45720" cy="65836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468880"/>
            <a:ext cx="292608" cy="2926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24323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first repository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2697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(top right) → New repository → Name: innoloft-internship → Set to Public → Check 'Add README' → Create repository.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127248"/>
            <a:ext cx="5120640" cy="65836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127248"/>
            <a:ext cx="45720" cy="65836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218688"/>
            <a:ext cx="292608" cy="2926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31821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 on laptop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447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git-scm.com → Download → Install with default settings → Open terminal → type: git --version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877056"/>
            <a:ext cx="5120640" cy="65836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77056"/>
            <a:ext cx="45720" cy="65836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968496"/>
            <a:ext cx="292608" cy="2926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" y="39319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Git identity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" y="4197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 and run both commands shown on the right. Use the same email as your GitHub account.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0" y="1627632"/>
            <a:ext cx="31546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16276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COMMANDS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1993392"/>
            <a:ext cx="3154680" cy="1207008"/>
          </a:xfrm>
          <a:prstGeom prst="rect">
            <a:avLst/>
          </a:prstGeom>
          <a:solidFill>
            <a:srgbClr val="1A2540"/>
          </a:solidFill>
          <a:ln w="12700">
            <a:solidFill>
              <a:srgbClr val="2D3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1993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Configure identity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0" y="2249424"/>
            <a:ext cx="3154680" cy="0"/>
          </a:xfrm>
          <a:prstGeom prst="line">
            <a:avLst/>
          </a:prstGeom>
          <a:noFill/>
          <a:ln w="10160">
            <a:solidFill>
              <a:srgbClr val="2D3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79008" y="2313432"/>
            <a:ext cx="29352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"Your Name"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"you@email.com"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--list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0" y="3291840"/>
            <a:ext cx="3154680" cy="274320"/>
          </a:xfrm>
          <a:prstGeom prst="rect">
            <a:avLst/>
          </a:prstGeom>
          <a:solidFill>
            <a:srgbClr val="162E4A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PUSH COMMANDS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3611880"/>
            <a:ext cx="3154680" cy="987552"/>
          </a:xfrm>
          <a:prstGeom prst="rect">
            <a:avLst/>
          </a:prstGeom>
          <a:solidFill>
            <a:srgbClr val="1A2540"/>
          </a:solidFill>
          <a:ln w="12700">
            <a:solidFill>
              <a:srgbClr val="2D3A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79008" y="3721608"/>
            <a:ext cx="29352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1 - Exercise 1"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PYTHON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9:50 AM  ·  40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 &amp; Input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this code live — don't paste it. Make a typo on purpose and show how to read the error message.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3931920" cy="65836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72768"/>
            <a:ext cx="457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184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72768" y="16276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Text. Always in quotes.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1901952"/>
            <a:ext cx="3657600" cy="237744"/>
          </a:xfrm>
          <a:prstGeom prst="rect">
            <a:avLst/>
          </a:prstGeom>
          <a:solidFill>
            <a:srgbClr val="E8EEFA"/>
          </a:solidFill>
          <a:ln w="63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1109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'Priya'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22576"/>
            <a:ext cx="3931920" cy="65836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22576"/>
            <a:ext cx="45720" cy="65836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3682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72768" y="2377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number. No quotes.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" y="2651760"/>
            <a:ext cx="3657600" cy="237744"/>
          </a:xfrm>
          <a:prstGeom prst="rect">
            <a:avLst/>
          </a:prstGeom>
          <a:solidFill>
            <a:srgbClr val="E8EEFA"/>
          </a:solidFill>
          <a:ln w="6350">
            <a:solidFill>
              <a:srgbClr val="C8D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660904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072384"/>
            <a:ext cx="3931920" cy="65836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072384"/>
            <a:ext cx="457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118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72768" y="31272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" y="3401568"/>
            <a:ext cx="3657600" cy="237744"/>
          </a:xfrm>
          <a:prstGeom prst="rect">
            <a:avLst/>
          </a:prstGeom>
          <a:solidFill>
            <a:srgbClr val="E8EEFA"/>
          </a:solidFill>
          <a:ln w="6350">
            <a:solidFill>
              <a:srgbClr val="C8D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41071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 = 8.5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822192"/>
            <a:ext cx="3931920" cy="65836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22192"/>
            <a:ext cx="45720" cy="65836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8679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72768" y="38770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True or False.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" y="4151376"/>
            <a:ext cx="3657600" cy="237744"/>
          </a:xfrm>
          <a:prstGeom prst="rect">
            <a:avLst/>
          </a:prstGeom>
          <a:solidFill>
            <a:srgbClr val="E8EEFA"/>
          </a:solidFill>
          <a:ln w="6350">
            <a:solidFill>
              <a:srgbClr val="C8D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1605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= True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1572768"/>
            <a:ext cx="4343400" cy="2999232"/>
          </a:xfrm>
          <a:prstGeom prst="rect">
            <a:avLst/>
          </a:prstGeom>
          <a:solidFill>
            <a:srgbClr val="1A2540"/>
          </a:solidFill>
          <a:ln w="12700">
            <a:solidFill>
              <a:srgbClr val="2D3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157276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first_script.py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80560" y="1828800"/>
            <a:ext cx="4343400" cy="0"/>
          </a:xfrm>
          <a:prstGeom prst="line">
            <a:avLst/>
          </a:prstGeom>
          <a:noFill/>
          <a:ln w="10160">
            <a:solidFill>
              <a:srgbClr val="2D3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0288" y="1892808"/>
            <a:ext cx="41239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Your first Python script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'Ravi'          #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21               # integer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 = 8.5              # float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is_student = True      # boolean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print('Name:', name)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print('Age:', age)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print('Type of age:', type(age))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f-strings — modern way to format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print(f'Hello {name}! You are {age} years old')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Taking input from user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user_name = input('Enter your name: 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user_age = int(input('Enter your age: '))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print(f'In 5 years, {user_name} will be {user_age+5}')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·  EXERCISES 1 &amp;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AM  ·  35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— type every line, don't copy-paste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Exercise 1 first. Wait until most students finish before showing Exercise 2.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4160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 ·  Personal Info Printer  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894742"/>
            <a:ext cx="4160520" cy="1143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268" y="19984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237643"/>
            <a:ext cx="3840480" cy="779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personal_info.py
Store your name, age, college, branch, CGPA as variables
Print one formatted sentence using f-strings
Expected: 'My name is Ravi. I am 21 studying CSE at Vel Tech with 8.5 CGPA'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18184" y="1563624"/>
            <a:ext cx="4051495" cy="301752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6783" y="1545336"/>
            <a:ext cx="30820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 ·  Age Calculator  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3396" y="1874520"/>
            <a:ext cx="4051496" cy="1143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9940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290749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user for birth year → calculate age (2026 - year) → print age and age in 10 years. Handle invalid year &gt; 2026 with an error message.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150112-7B3B-3E51-8D90-2D11160E3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599" y="3154680"/>
            <a:ext cx="3833192" cy="18746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·  EXERCISE 3  (BONUS)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11:15 AM  ·  15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Calculator 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mini programs that combine all concepts: variables, input, int/float conversion, f-strings, and if/else preview.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8106508" cy="30175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Calculator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59" y="2571750"/>
            <a:ext cx="3538025" cy="1739998"/>
          </a:xfrm>
          <a:prstGeom prst="rect">
            <a:avLst/>
          </a:prstGeom>
          <a:solidFill>
            <a:srgbClr val="EDF7F1"/>
          </a:solidFill>
          <a:ln w="6350">
            <a:solidFill>
              <a:srgbClr val="9AD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585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6418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user for weight (kg) and height (m).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BMI = weight / (height × height).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BMI and category: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18.5 → Underweight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 – 24.9 → Normal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and above → Overweight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6744" y="2571750"/>
            <a:ext cx="3699804" cy="1739998"/>
          </a:xfrm>
          <a:prstGeom prst="rect">
            <a:avLst/>
          </a:prstGeom>
          <a:solidFill>
            <a:srgbClr val="1A2540"/>
          </a:solidFill>
          <a:ln w="12700">
            <a:solidFill>
              <a:srgbClr val="2D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0481" y="2757971"/>
            <a:ext cx="42786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= float(input("Weight kg: "))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= float(input("Height m:  "))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 = weight / (height ** 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print(f"BMI: {bmi:.1f}")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11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47472" y="960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" y="1444752"/>
            <a:ext cx="2651760" cy="0"/>
          </a:xfrm>
          <a:prstGeom prst="line">
            <a:avLst/>
          </a:prstGeom>
          <a:noFill/>
          <a:ln w="12700">
            <a:solidFill>
              <a:srgbClr val="2D5A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572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built today: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920240"/>
            <a:ext cx="2852928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" y="1993392"/>
            <a:ext cx="274320" cy="274320"/>
          </a:xfrm>
          <a:prstGeom prst="ellipse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" y="19751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VS Code installed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450592"/>
            <a:ext cx="2852928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" y="2523744"/>
            <a:ext cx="274320" cy="274320"/>
          </a:xfrm>
          <a:prstGeom prst="ellipse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2505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 + first repo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980944"/>
            <a:ext cx="2852928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" y="3054096"/>
            <a:ext cx="274320" cy="274320"/>
          </a:xfrm>
          <a:prstGeom prst="ellipse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" y="3035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Python exercises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511296"/>
            <a:ext cx="2852928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" y="3584448"/>
            <a:ext cx="274320" cy="274320"/>
          </a:xfrm>
          <a:prstGeom prst="ellipse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Project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2852928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2D5A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" y="4114800"/>
            <a:ext cx="274320" cy="274320"/>
          </a:xfrm>
          <a:prstGeom prst="ellipse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" y="40965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GitHub push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56692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on Day 2: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840480" y="1188720"/>
            <a:ext cx="4983480" cy="74980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1188720"/>
            <a:ext cx="54864" cy="74980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5072" y="1261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05072" y="15910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making. Your program will think and choose.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40480" y="2057400"/>
            <a:ext cx="4983480" cy="74980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2057400"/>
            <a:ext cx="54864" cy="74980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5072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05072" y="24597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and while — make your code repeat automatically.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840480" y="2926080"/>
            <a:ext cx="4983480" cy="74980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0" y="2926080"/>
            <a:ext cx="54864" cy="74980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05072" y="2999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005072" y="33284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and return — break problems into clean pieces.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40480" y="3794760"/>
            <a:ext cx="4983480" cy="749808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0480" y="3794760"/>
            <a:ext cx="54864" cy="749808"/>
          </a:xfrm>
          <a:prstGeom prst="rect">
            <a:avLst/>
          </a:prstGeom>
          <a:solidFill>
            <a:srgbClr val="E8610A"/>
          </a:solidFill>
          <a:ln w="12700">
            <a:solidFill>
              <a:srgbClr val="E861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05072" y="3867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005072" y="41970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Project Development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1137</Words>
  <Application>Microsoft Office PowerPoint</Application>
  <PresentationFormat>On-screen Show (16:9)</PresentationFormat>
  <Paragraphs>181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InnoTrack Day 1 — Python Setup &amp; Fundamentals</dc:title>
  <dc:subject>PptxGenJS Presentation</dc:subject>
  <dc:creator>PptxGenJS</dc:creator>
  <cp:lastModifiedBy>Jaya sri</cp:lastModifiedBy>
  <cp:revision>5</cp:revision>
  <dcterms:created xsi:type="dcterms:W3CDTF">2026-05-31T18:03:53Z</dcterms:created>
  <dcterms:modified xsi:type="dcterms:W3CDTF">2026-05-31T19:34:29Z</dcterms:modified>
</cp:coreProperties>
</file>