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3" r:id="rId5"/>
    <p:sldId id="264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198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·  DAY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Individual Project Begins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theory becomes your own creation.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saving models with pickle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16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assignments revealed — 17 students, 17 unique projects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36976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004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dataset + start EDA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5844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structure setup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9684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day: working model + .pkl submitted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Days 1–4 in 5 minutes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58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94360"/>
            <a:ext cx="45720" cy="6217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94360"/>
            <a:ext cx="749808" cy="6217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9436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75895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setup, variables, data types, f-strings, first 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8458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25880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325880"/>
            <a:ext cx="7498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2588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14904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for/while loops, def/return functions, scope &amp; errors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8458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57400"/>
            <a:ext cx="4572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057400"/>
            <a:ext cx="7498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5740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22199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arrays, Pandas DataFrames, load CSV, EDA with describe &amp; groupby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8458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88920"/>
            <a:ext cx="45720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788920"/>
            <a:ext cx="7498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8892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295351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charts, ML concepts, train/test split, Linear Regression, pickle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845820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20440"/>
            <a:ext cx="45720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749808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2044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36850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Individual project assigned → EDA → model → .pkl → submit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315968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built in 4 days comes together in your project today.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Project Folder — Do This First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5720" cy="32918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my-ml-project/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dataset.csv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model.py        ← main 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train.py        ← training script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predict.py      ← load &amp; predict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model.pkl       ← saved model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5196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05840"/>
            <a:ext cx="45720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241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each 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371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627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load → clean → split → train → evaluate → save .pkl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9019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1579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training part. Run this to retrain the model.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4323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688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saved .pkl, take new input, print prediction.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9626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32186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scikit-learn, matplotlib (one per line)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4930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749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project does, how to run it, accuracy achieved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·  Day 5 — 8 Project Tasks  (Your actual project today!)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48640"/>
            <a:ext cx="45720" cy="9875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48640"/>
            <a:ext cx="292608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48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566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Load 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8229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your assigned Kaggle/UCI link. Download the CSV. Create your project folder structure. Load the CSV in Python and print shape, head, and dtypes.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pd.read_csv(), verify shape matches dataset size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54864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548640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54864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548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65776" y="566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EDA 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65776" y="8229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EDA: shape, nulls, describe(), value_counts() on categorical columns, groupby your target. Write 5 observations as comments in your code.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316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isnull(), describe(), groupby() — use Day 3 code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62763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627632"/>
            <a:ext cx="4572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627632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Your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" y="190195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ALL missing values — numeric: fill with mean/median, text: fill with mode or 'Unknown'. Encode text columns. Verify 0 nulls after cleaning.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df.fillna(), pd.get_dummies(), LabelEncoder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62763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627632"/>
            <a:ext cx="45720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627632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65776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Evaluate Model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65776" y="190195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X and y. Split 80/20. Train RandomForestClassifier or LinearRegression. Print accuracy or RMSE. Try to beat 70% accuracy.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RandomForestClassifier or LinearRegression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2706624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2706624"/>
            <a:ext cx="45720" cy="9875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 + Predict 3 Cases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" y="2980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trained model as model.pkl. In predict.py, load the model and predict on 3 different real-world inputs. Print results clearly.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pickle.dump(), pickle.load(), predict_proba()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706624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706624"/>
            <a:ext cx="45720" cy="9875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65776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Your Dataset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65776" y="2980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charts specific to YOUR project: distribution of target column, top features vs target, correlation heatmap. Save all as PNG.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plt.hist(), plt.scatter(), sns.heatmap(corr)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3785616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785616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3785616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68096" y="38039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README.md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8096" y="405993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README.md: Project name, problem statement, dataset source, features used, algorithm, accuracy achieved, how to run the code.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5537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 text editor, write in markdown format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3785616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3785616"/>
            <a:ext cx="4572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3785616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65776" y="38039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Everything to GitHub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65776" y="405993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data folder (or link), all .py files, model.pkl, 3 chart PNGs, README.md, requirements.txt. Paste GitHub URL on InnoTrack.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09160" y="45537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git add . → git commit → git push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END OF TRACK 1  ·  You have built your first real ML project!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58368"/>
            <a:ext cx="45720" cy="9144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658368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658368"/>
            <a:ext cx="457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731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658368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658368"/>
            <a:ext cx="457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731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ML Model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01968" y="658368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01968" y="658368"/>
            <a:ext cx="4572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731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01968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Commits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719072"/>
            <a:ext cx="845820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719072"/>
            <a:ext cx="4572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737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have in your GitHub repo: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1993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model.pkl  ·  model.py  ·  predict.py  ·  3 chart PNGs  ·  README.md  ·  requirements.txt  ·  25+ exercise files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2578608"/>
            <a:ext cx="8458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starts Monday — Advanced ML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" y="2999232"/>
            <a:ext cx="84582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99232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999232"/>
            <a:ext cx="685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9923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70432" y="3044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algorithms comparison — beat your current accuracy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364992"/>
            <a:ext cx="84582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364992"/>
            <a:ext cx="45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364992"/>
            <a:ext cx="6858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3649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70432" y="341071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with GridSearchCV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730752"/>
            <a:ext cx="84582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730752"/>
            <a:ext cx="45720" cy="3200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3730752"/>
            <a:ext cx="685800" cy="3200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307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70432" y="377647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basics — MNIST digit classifier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096512"/>
            <a:ext cx="84582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4096512"/>
            <a:ext cx="4572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096512"/>
            <a:ext cx="68580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0965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70432" y="414223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visualisation + Power BI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462272"/>
            <a:ext cx="84582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4462272"/>
            <a:ext cx="457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4462272"/>
            <a:ext cx="6858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4622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70432" y="450799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project demo to mentor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837</Words>
  <Application>Microsoft Office PowerPoint</Application>
  <PresentationFormat>On-screen Show (16:9)</PresentationFormat>
  <Paragraphs>110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 sri</cp:lastModifiedBy>
  <cp:revision>3</cp:revision>
  <dcterms:created xsi:type="dcterms:W3CDTF">2026-06-02T10:00:21Z</dcterms:created>
  <dcterms:modified xsi:type="dcterms:W3CDTF">2026-06-03T04:44:04Z</dcterms:modified>
</cp:coreProperties>
</file>